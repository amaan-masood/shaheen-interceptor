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Consolas"/>
              </a:defRPr>
            </a:pPr>
            <a:r>
              <a:t>REAL-WORLD DEPLOYMENT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Bank Integration Model: Inline Pre-Submit REST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solidFill>
            <a:srgbClr val="0D121D"/>
          </a:solidFill>
          <a:ln>
            <a:solidFill>
              <a:srgbClr val="00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59E0B"/>
                </a:solidFill>
                <a:latin typeface="Consolas"/>
              </a:defRPr>
            </a:pPr>
            <a:r>
              <a:t>1. THE INTEGRATION PATTERN: Bank-side REST API (Deployable Today)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Shaheen runs as a microservice called by the bank's mobile app backend during PRE-SUBMIT.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Called BEFORE transaction message hits 1Link or Raast core clearing switches.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Single endpoint: POST /v1/assess (JSON in, JSON out, &lt;850ms decision budget).</a:t>
            </a:r>
          </a:p>
          <a:p>
            <a:pPr>
              <a:defRPr sz="1300" b="1">
                <a:solidFill>
                  <a:srgbClr val="F59E0B"/>
                </a:solidFill>
                <a:latin typeface="Consolas"/>
              </a:defRPr>
            </a:pP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2. ZERO CUSTOMER-FACING FRICTION: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Clean payments pass in 3 seconds with zero interruption.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High-coercion payments trigger step-up biometric auth or 15-minute protective escrow.</a:t>
            </a:r>
          </a:p>
          <a:p>
            <a:pPr>
              <a:defRPr sz="1300" b="1">
                <a:solidFill>
                  <a:srgbClr val="F59E0B"/>
                </a:solidFill>
                <a:latin typeface="Consolas"/>
              </a:defRPr>
            </a:pP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3. REGULATORY ALIGNMENT: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State Bank of Pakistan (SBP) BPRD Circular No. 03 of 2023.</a:t>
            </a:r>
          </a:p>
          <a:p>
            <a:pPr>
              <a:defRPr sz="1300" b="0">
                <a:solidFill>
                  <a:srgbClr val="F8FAFC"/>
                </a:solidFill>
                <a:latin typeface="Consolas"/>
              </a:defRPr>
            </a:pPr>
            <a:r>
              <a:t>   - Anti-Money Laundering Act 2010 (AMLA) Section 7 statutory reporting automation.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B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F0FF"/>
                </a:solidFill>
                <a:latin typeface="Consolas"/>
              </a:defRPr>
            </a:pPr>
            <a:r>
              <a:t>HACK2SKILL FINAL SUBMISSION</a:t>
            </a:r>
          </a:p>
          <a:p>
            <a:pPr>
              <a:defRPr sz="2200" b="1">
                <a:solidFill>
                  <a:srgbClr val="F8FAFC"/>
                </a:solidFill>
                <a:latin typeface="Arial"/>
              </a:defRPr>
            </a:pPr>
            <a:r>
              <a:t>Submission Deliverables &amp; Team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solidFill>
            <a:srgbClr val="0D121D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F59E0B"/>
                </a:solidFill>
                <a:latin typeface="Consolas"/>
              </a:defRPr>
            </a:pPr>
            <a:r>
              <a:t>CHALLENGE TRACK: BFSI: Intelligent Risk, Fraud &amp; Financial Experiences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</a:p>
          <a:p>
            <a:pPr>
              <a:defRPr sz="1200" b="1">
                <a:solidFill>
                  <a:srgbClr val="F8FAFC"/>
                </a:solidFill>
                <a:latin typeface="Consolas"/>
              </a:defRPr>
            </a:pPr>
            <a:r>
              <a:t>GITHUB REPOSITORY (PUBLIC):</a:t>
            </a:r>
          </a:p>
          <a:p>
            <a:pPr>
              <a:defRPr sz="1200" b="0">
                <a:solidFill>
                  <a:srgbClr val="00F0FF"/>
                </a:solidFill>
                <a:latin typeface="Consolas"/>
              </a:defRPr>
            </a:pPr>
            <a:r>
              <a:t>https://github.com/Amaan-Masood/shaheen-interceptor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</a:p>
          <a:p>
            <a:pPr>
              <a:defRPr sz="1200" b="1">
                <a:solidFill>
                  <a:srgbClr val="F8FAFC"/>
                </a:solidFill>
                <a:latin typeface="Consolas"/>
              </a:defRPr>
            </a:pPr>
            <a:r>
              <a:t>DEPLOYED PROTOTYPE ON GCP / CLOUD RUN:</a:t>
            </a:r>
          </a:p>
          <a:p>
            <a:pPr>
              <a:defRPr sz="1200" b="0">
                <a:solidFill>
                  <a:srgbClr val="00F0FF"/>
                </a:solidFill>
                <a:latin typeface="Consolas"/>
              </a:defRPr>
            </a:pPr>
            <a:r>
              <a:t>https://shaheen-interceptor.vercel.app  (Also deployed via Firebase / Cloud Run)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  <a:r>
              <a:t>BENCHMARK DIGEST &amp; AUDIT TRAIL: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  <a:r>
              <a:t>40 Frozen Test Cases | SHA-256: 9d650f03754dc84f02c637c4dfb3a4e698a497d175d6241a7328dc2ff545cb55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</a:p>
          <a:p>
            <a:pPr>
              <a:defRPr sz="1200" b="1">
                <a:solidFill>
                  <a:srgbClr val="F8FAFC"/>
                </a:solidFill>
                <a:latin typeface="Consolas"/>
              </a:defRPr>
            </a:pPr>
            <a:r>
              <a:t>TEAM SHAHEEN: Amaan Masood (Lead Architect &amp; Developer)</a:t>
            </a:r>
          </a:p>
          <a:p>
            <a:pPr>
              <a:defRPr sz="1200" b="0">
                <a:solidFill>
                  <a:srgbClr val="F8FAFC"/>
                </a:solidFill>
                <a:latin typeface="Consolas"/>
              </a:defRPr>
            </a:pPr>
            <a:r>
              <a:t>Empowering Pakistan's financial ecosystem with autonomous cyber defense.</a:t>
            </a:r>
          </a:p>
        </p:txBody>
      </p:sp>
    </p:spTree>
  </p:cSld>
  <p:clrMapOvr>
    <a:masterClrMapping/>
  </p:clrMapOvr>
</p:sld>
</file>